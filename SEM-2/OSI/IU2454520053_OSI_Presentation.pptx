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Dark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Defining the Dark Web and Its Structure</a:t>
            </a:r>
          </a:p>
          <a:p>
            <a:r>
              <a:t>Your Name / Institution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Dark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Part of the internet not indexed by traditional search engines</a:t>
            </a:r>
          </a:p>
          <a:p>
            <a:r>
              <a:t>- Requires special software like Tor to access</a:t>
            </a:r>
          </a:p>
          <a:p>
            <a:r>
              <a:t>- Often confused with the Deep 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Surface Web vs. Deep Web vs. Dark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Surface Web: Public websites (e.g., Google, YouTube)</a:t>
            </a:r>
          </a:p>
          <a:p>
            <a:r>
              <a:t>Deep Web: Hidden content (e.g., medical records, banking)</a:t>
            </a:r>
          </a:p>
          <a:p>
            <a:r>
              <a:t>Dark Web: Encrypted networks requiring special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the Dark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Operates on overlay networks (e.g., Tor, I2P)</a:t>
            </a:r>
          </a:p>
          <a:p>
            <a:r>
              <a:t>- Uses .onion addresses (Tor network)</a:t>
            </a:r>
          </a:p>
          <a:p>
            <a:r>
              <a:t>- No centralized indexing or search engines</a:t>
            </a:r>
          </a:p>
          <a:p>
            <a:r>
              <a:t>- Peer-to-peer or onion routing to hide identities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Access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of Tor browser</a:t>
            </a:r>
          </a:p>
          <a:p>
            <a:r>
              <a:t>- Encryption at multiple layers (Onion routing)</a:t>
            </a:r>
          </a:p>
          <a:p>
            <a:r>
              <a:t>- Data passes through several random nodes before reaching destination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the Dark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Hidden Services: Websites with .onion domains</a:t>
            </a:r>
          </a:p>
          <a:p>
            <a:r>
              <a:t>- Marketplaces: Often for illegal goods (e.g., Silk Road)</a:t>
            </a:r>
          </a:p>
          <a:p>
            <a:r>
              <a:t>- Forums and Communities: Discussions, whistleblowing, etc.</a:t>
            </a:r>
          </a:p>
          <a:p>
            <a:r>
              <a:t>- Communication Platforms: Secure, anonymous messaging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and Illegal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Legal:</a:t>
            </a:r>
          </a:p>
          <a:p>
            <a:r>
              <a:t>  - Anonymous journalism</a:t>
            </a:r>
          </a:p>
          <a:p>
            <a:r>
              <a:t>  - Activist communication</a:t>
            </a:r>
          </a:p>
          <a:p>
            <a:r>
              <a:t>  - Privacy protection</a:t>
            </a:r>
          </a:p>
          <a:p/>
          <a:p>
            <a:r>
              <a:t>Illegal:</a:t>
            </a:r>
          </a:p>
          <a:p>
            <a:r>
              <a:t>  - Drug trafficking</a:t>
            </a:r>
          </a:p>
          <a:p>
            <a:r>
              <a:t>  - Hacking services</a:t>
            </a:r>
          </a:p>
          <a:p>
            <a:r>
              <a:t>  - Stolen data marketplaces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Misconceptions about the Dark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Not everything is illegal</a:t>
            </a:r>
          </a:p>
          <a:p>
            <a:r>
              <a:t>- Not the same as the Deep Web</a:t>
            </a:r>
          </a:p>
          <a:p>
            <a:r>
              <a:t>- Not completely untraceable (law enforcement has tracked users)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Risks: malware, scams, law enforcement tracking</a:t>
            </a:r>
          </a:p>
          <a:p>
            <a:r>
              <a:t>- Ethical dilemmas: balancing privacy with regulation</a:t>
            </a:r>
          </a:p>
          <a:p>
            <a:r>
              <a:t>- Importance of responsible use and digital literacy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Dark Web is a hidden part of the internet with complex structure</a:t>
            </a:r>
          </a:p>
          <a:p>
            <a:r>
              <a:t>- Used for both legitimate and illegal purposes</a:t>
            </a:r>
          </a:p>
          <a:p>
            <a:r>
              <a:t>- Understanding its structure is key to navigating online privacy and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1766</Words>
  <Application>WPS Slides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Introduction to the Dark Web</vt:lpstr>
      <vt:lpstr>What is the Dark Web?</vt:lpstr>
      <vt:lpstr>Surface Web vs. Deep Web vs. Dark Web</vt:lpstr>
      <vt:lpstr>Structure of the Dark Web</vt:lpstr>
      <vt:lpstr>How Access Works</vt:lpstr>
      <vt:lpstr>Key Components of the Dark Web</vt:lpstr>
      <vt:lpstr>Legal and Illegal Uses</vt:lpstr>
      <vt:lpstr>Misconceptions about the Dark Web</vt:lpstr>
      <vt:lpstr>Safety and Ethics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Punit Soni</cp:lastModifiedBy>
  <cp:revision>2</cp:revision>
  <dcterms:created xsi:type="dcterms:W3CDTF">2013-01-27T09:14:00Z</dcterms:created>
  <dcterms:modified xsi:type="dcterms:W3CDTF">2025-04-15T16:36:51Z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A252D4AD9358416C850AC8EA9BDCD11A_12</vt:lpwstr>
  </property>
  <property fmtid="{D5CDD505-2E9C-101B-9397-08002B2CF9AE}" pid="3" name="KSOProductBuildVer">
    <vt:lpwstr>2057-12.2.0.20796</vt:lpwstr>
  </property>
</Properties>
</file>